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“Make the architecture and safety boundary independently reviewable”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
[source_e174369aab6a1207f6235134febe93f1] Brief success criteria
Citation: Trace authority from intent to patch; Show default-deny execution controls; Preserve the public multi-tenant no-go boundary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“Make the architecture and safety boundary independently reviewable”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8abcfd9fbedde404b9c231e43d6b4c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ceff25fecf6db648453532f6fa6882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f2e7e4477269a8e1e67706cc5909a21e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Make the architecture and safety boundary independently reviewable</a:t>
            </a:r>
            <a:endParaRPr lang="en-US" sz="4800" dirty="0"/>
          </a:p>
        </p:txBody>
      </p:sp>
      <p:sp>
        <p:nvSpPr>
          <p:cNvPr id="5" name="element_bbabc85f704301a711fee177ddb0c25e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senior engineers, security reviewers, and technical product leaders,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780a49d9707a66e75597821b2b0568eb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Trace authority from intent to patch</a:t>
            </a:r>
            <a:endParaRPr lang="en-US" sz="1600" dirty="0"/>
          </a:p>
        </p:txBody>
      </p:sp>
      <p:sp>
        <p:nvSpPr>
          <p:cNvPr id="7" name="element_a6e2a049705cfcad463cef03f00af709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Show default-deny execution controls</a:t>
            </a:r>
            <a:endParaRPr lang="en-US" sz="1600" dirty="0"/>
          </a:p>
        </p:txBody>
      </p:sp>
      <p:sp>
        <p:nvSpPr>
          <p:cNvPr id="8" name="element_b732d3981cfa939cd682fb5f075ada8c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Preserve the public multi-tenant no-go boundary</a:t>
            </a:r>
            <a:endParaRPr lang="en-US" sz="1600" dirty="0"/>
          </a:p>
        </p:txBody>
      </p:sp>
      <p:sp>
        <p:nvSpPr>
          <p:cNvPr id="9" name="element_49a2fa79f44c57d67efb501f9222529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358ddef388ea4c1e6df18251d21890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172e132e7470f54ae02d7bf1683d6e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c1fa4f325dca8c78c29e1cdbed5e57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f2acc81bf6f1d939ba9417aa08046f2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a5b517aa42f5142fc1bfb20c0decaffc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senior engineers, security reviewers, and technical product leaders: what is fragmented today, why it matters now, and where momentum is being lost.</a:t>
            </a:r>
            <a:endParaRPr lang="en-US" sz="1900" dirty="0"/>
          </a:p>
        </p:txBody>
      </p:sp>
      <p:sp>
        <p:nvSpPr>
          <p:cNvPr id="6" name="element_2cef39b58bdc1191834cd63316ee311c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60e23701fa428bfd5c7caddac0ecd34d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9eeb2b375ffbb577816092e7825a216e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73ba0ab5228ed0f2abc7c798f566042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83f471a5d902d7ad553d3f786f2e1dd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d736b96ebf6645db71fcf5376aefd5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0ce692006bce4496413d6b35e96fc6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9b46de47e30a5bb0a37cca5f510aa7ec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83605a8e64b7f5b24b5babf8d8f74ce4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Explain the provider-neutral Deck REPL, immutable snapshot and compare-and-set model, bounded analysis kernels, render-observe-repair loop, and hard launch gates.</a:t>
            </a:r>
            <a:endParaRPr lang="en-US" sz="1900" dirty="0"/>
          </a:p>
        </p:txBody>
      </p:sp>
      <p:sp>
        <p:nvSpPr>
          <p:cNvPr id="6" name="element_d7064a5932ef441d6c3e6d92143679e7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Trace authority from intent to patch</a:t>
            </a:r>
            <a:endParaRPr lang="en-US" sz="1700" dirty="0"/>
          </a:p>
        </p:txBody>
      </p:sp>
      <p:sp>
        <p:nvSpPr>
          <p:cNvPr id="7" name="element_c0262e188d4bd22a895d8d2176e2ad12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Show default-deny execution controls</a:t>
            </a:r>
            <a:endParaRPr lang="en-US" sz="1700" dirty="0"/>
          </a:p>
        </p:txBody>
      </p:sp>
      <p:sp>
        <p:nvSpPr>
          <p:cNvPr id="8" name="element_bad22c460bc37414f0da1d5053ca3052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Preserve the public multi-tenant no-go boundary</a:t>
            </a:r>
            <a:endParaRPr lang="en-US" sz="1700" dirty="0"/>
          </a:p>
        </p:txBody>
      </p:sp>
      <p:sp>
        <p:nvSpPr>
          <p:cNvPr id="9" name="element_37e7b9c07efd46bc8ec97c282fb14bd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6292881b1ceafee8c1efd2539de07ed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28e8858d95d97a880f14e532e3566c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f851106dc05ceff5376115503b34cc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a781f5ec43024a63cc04c82f6154712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9f5bc3ae50253add0da3e10be44e447b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ecd7315e885928d095a7a63553de6d34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abdf12bcf313f7484d4e31da4ecf924b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d214abcdbf11a73aa8bc5214899fe854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659d9a67e2e60bfe7d6445f03445739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d75c79f8d2c5a00a8e4b64d7383ecdf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00a6698decbbaab835ee408854299073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b18ce8a6a2ccad9b47df6491654d0a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dbbf0b0517f417a9164e7d01eacba80a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79225616bb83ae31d8ff94043556f80b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d6287eccd96dad5d6984e08a58450612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Trace authority from intent to patch</a:t>
            </a:r>
            <a:endParaRPr lang="en-US" sz="1700" dirty="0"/>
          </a:p>
        </p:txBody>
      </p:sp>
      <p:sp>
        <p:nvSpPr>
          <p:cNvPr id="7" name="element_d4d0d7fcabcced0f02bc3c37075ad951"/>
          <p:cNvSpPr txBox="1"/>
          <p:nvPr/>
        </p:nvSpPr>
        <p:spPr>
          <a:xfrm>
            <a:off x="853419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Show default-deny execution controls</a:t>
            </a:r>
            <a:endParaRPr lang="en-US" sz="1700" dirty="0"/>
          </a:p>
        </p:txBody>
      </p:sp>
      <p:sp>
        <p:nvSpPr>
          <p:cNvPr id="8" name="element_c8701b7209ad3bf93bd44f6a58d635cb"/>
          <p:cNvSpPr txBox="1"/>
          <p:nvPr/>
        </p:nvSpPr>
        <p:spPr>
          <a:xfrm>
            <a:off x="853419" y="589788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Preserve the public multi-tenant no-go boundary</a:t>
            </a:r>
            <a:endParaRPr lang="en-US" sz="1700" dirty="0"/>
          </a:p>
        </p:txBody>
      </p:sp>
      <p:sp>
        <p:nvSpPr>
          <p:cNvPr id="9" name="element_fcb6a9c6391da3f5fb608322f117499d"/>
          <p:cNvSpPr txBox="1"/>
          <p:nvPr/>
        </p:nvSpPr>
        <p:spPr>
          <a:xfrm>
            <a:off x="6827349" y="2811780"/>
            <a:ext cx="4145176" cy="10287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E4FFA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af906b45466087c7bf17a69ea6748e2d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sp>
        <p:nvSpPr>
          <p:cNvPr id="11" name="element_b21ffcb4a496c0c65442e714c48d8cc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66a3e5cb558917968928845310eb18b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9b07c143e9d9b245232ecb96febe79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f8b29ef4202fe40f14983f1a9c9d4f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3d91e0c23abbce735802ab8a9e907bd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55aaefda022441d5cbce26d162946472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356420ca97e5abfbcd26552cac57787b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d3e74a9e5f8b5d7dfebcddce1971153d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c054d1eea1a0a0439acf120210a4513e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de6fcf1212c6813467df58efd8170fd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992b98f7a00e4e4bec3487ee4c81bb0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7dcbde2115619a78e05099b55a9660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9ab95f3e1cb8a92e00c52baf4a824f6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39a3138de54e0d6c2794d7839725b904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Make the architecture and safety boundary independently reviewable</a:t>
            </a:r>
            <a:endParaRPr lang="en-US" sz="3800" dirty="0"/>
          </a:p>
        </p:txBody>
      </p:sp>
      <p:sp>
        <p:nvSpPr>
          <p:cNvPr id="5" name="element_44ca01bb286586ad248d065b958c29c3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senior engineers, security reviewers, and technical product leaders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3f6e83132a668eef42090fa90eac4774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b5bc2d6168c1a786786b01e57472bbaf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002ec458fdc6c42cdc43668fd10f935d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68b05fb718f1d9ce7febcb1fd07a765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4bb570db1eee237ba921be0249fa526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— Agentic authoring architecture</dc:title>
  <dc:subject>make the architecture and safety boundary independently reviewable</dc:subject>
  <dc:creator>NodeSlide</dc:creator>
  <cp:lastModifiedBy>NodeSlide</cp:lastModifiedBy>
  <cp:revision>1</cp:revision>
  <dcterms:created xsi:type="dcterms:W3CDTF">2026-07-12T21:57:51Z</dcterms:created>
  <dcterms:modified xsi:type="dcterms:W3CDTF">2026-07-12T21:57:51Z</dcterms:modified>
</cp:coreProperties>
</file>