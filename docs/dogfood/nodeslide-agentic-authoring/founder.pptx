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“Earn confidence for a bounded private-preview launch”
Evidence note: Content is based on the supplied creation brief. Illustrative examples are not independently verified; replace them with measured evidence before external publication.
NodeSlide sources
[source_012c2923790340372ea60e9e1ef9a42c] NodeSlide — Founder launch narrative — creation brief
Citation: Explain why NodeSlide turns presentation creation into a living, inspectable, source-aware system while keeping every consequential change reviewable.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[source_012c2923790340372ea60e9e1ef9a42c] NodeSlide — Founder launch narrative — creation brief
Citation: Explain why NodeSlide turns presentation creation into a living, inspectable, source-aware system while keeping every consequential change reviewable.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[source_012c2923790340372ea60e9e1ef9a42c] NodeSlide — Founder launch narrative — creation brief
Citation: Explain why NodeSlide turns presentation creation into a living, inspectable, source-aware system while keeping every consequential change reviewable.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[source_012c2923790340372ea60e9e1ef9a42c] NodeSlide — Founder launch narrative — creation brief
Citation: Explain why NodeSlide turns presentation creation into a living, inspectable, source-aware system while keeping every consequential change reviewable.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[source_012c2923790340372ea60e9e1ef9a42c] NodeSlide — Founder launch narrative — creation brief
Citation: Explain why NodeSlide turns presentation creation into a living, inspectable, source-aware system while keeping every consequential change reviewable.
Disclaimer: Internal working material
[source_e283849d36fc52c80e56e842967d1ddb] Brief success criteria
Citation: Make the product wedge memorable; Show the human-review boundary; State the controlled launch decision clearly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[source_012c2923790340372ea60e9e1ef9a42c] NodeSlide — Founder launch narrative — creation brief
Citation: Explain why NodeSlide turns presentation creation into a living, inspectable, source-aware system while keeping every consequential change reviewable.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“Earn confidence for a bounded private-preview launch”
Evidence note: Content is based on the supplied creation brief. Illustrative examples are not independently verified; replace them with measured evidence before external publication.
NodeSlide sources
[source_012c2923790340372ea60e9e1ef9a42c] NodeSlide — Founder launch narrative — creation brief
Citation: Explain why NodeSlide turns presentation creation into a living, inspectable, source-aware system while keeping every consequential change reviewable.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c06fc39b0c343aa426bdaa4b5af4ce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fb150b5d5f6d0da6501a77d37dbc8c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23de53aaedd439e9b14b31a42d7507f8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Earn confidence for a bounded private-preview launch</a:t>
            </a:r>
            <a:endParaRPr lang="en-US" sz="4800" dirty="0"/>
          </a:p>
        </p:txBody>
      </p:sp>
      <p:sp>
        <p:nvSpPr>
          <p:cNvPr id="5" name="element_3d93b6049dc4d8234b390d4e039077a1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founders and design-forward operators evaluating the private preview,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38297f38c4a5987825251dfaf8cbf3cb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Make the product wedge memorable</a:t>
            </a:r>
            <a:endParaRPr lang="en-US" sz="1600" dirty="0"/>
          </a:p>
        </p:txBody>
      </p:sp>
      <p:sp>
        <p:nvSpPr>
          <p:cNvPr id="7" name="element_d7a487e1cb8479a29a269fbf39448fb1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Show the human-review boundary</a:t>
            </a:r>
            <a:endParaRPr lang="en-US" sz="1600" dirty="0"/>
          </a:p>
        </p:txBody>
      </p:sp>
      <p:sp>
        <p:nvSpPr>
          <p:cNvPr id="8" name="element_ea2a483b0d94fac20971ae13a46fcca9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State the controlled launch decision clearly</a:t>
            </a:r>
            <a:endParaRPr lang="en-US" sz="1600" dirty="0"/>
          </a:p>
        </p:txBody>
      </p:sp>
      <p:sp>
        <p:nvSpPr>
          <p:cNvPr id="9" name="element_1df501d28c5057ae025f72e6a8ac7e7e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57ab633295377c2103fc4afb5b238ac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a678145c7eec3b2dc47b50a142f4774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6c4a9f2298b9e4346600414560add8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27d804085e2bb4231cb5cab60db8993f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b6e8bf8049ad28f6311573e2abdba191"/>
          <p:cNvSpPr txBox="1"/>
          <p:nvPr/>
        </p:nvSpPr>
        <p:spPr>
          <a:xfrm>
            <a:off x="853419" y="2743200"/>
            <a:ext cx="5852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founders and design-forward operators evaluating the private preview: what is fragmented today, why it matters now, and where momentum is being lost.</a:t>
            </a:r>
            <a:endParaRPr lang="en-US" sz="1900" dirty="0"/>
          </a:p>
        </p:txBody>
      </p:sp>
      <p:sp>
        <p:nvSpPr>
          <p:cNvPr id="6" name="element_7ad257ebbb0c401170020ad6cd2b5422"/>
          <p:cNvSpPr txBox="1"/>
          <p:nvPr/>
        </p:nvSpPr>
        <p:spPr>
          <a:xfrm>
            <a:off x="7193100" y="288036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93c232766aef8ec4195efb3deba7dbc8"/>
          <p:cNvSpPr txBox="1"/>
          <p:nvPr/>
        </p:nvSpPr>
        <p:spPr>
          <a:xfrm>
            <a:off x="7193100" y="370332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d724bcb0ae3b685f2d0de7a474ddb728"/>
          <p:cNvSpPr txBox="1"/>
          <p:nvPr/>
        </p:nvSpPr>
        <p:spPr>
          <a:xfrm>
            <a:off x="7193100" y="452628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88dd12199f054522e3c396a727da784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ffa3dec5ecb4fce80452f38df59c974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7f1cd75a3cb92813d1c87ba7d7e873c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314d40e8854b574b72cb317efb1160b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3bd967fcc39c12c7f355de1c37e79783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aa44ff10434afbbe0804fc6f632e76ab"/>
          <p:cNvSpPr txBox="1"/>
          <p:nvPr/>
        </p:nvSpPr>
        <p:spPr>
          <a:xfrm>
            <a:off x="853419" y="2743200"/>
            <a:ext cx="5852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Explain why NodeSlide turns presentation creation into a living, inspectable, source-aware system while keeping every consequential change reviewable.</a:t>
            </a:r>
            <a:endParaRPr lang="en-US" sz="1900" dirty="0"/>
          </a:p>
        </p:txBody>
      </p:sp>
      <p:sp>
        <p:nvSpPr>
          <p:cNvPr id="6" name="element_84c2ccbdbcac4789c959a03a28b88ea9"/>
          <p:cNvSpPr txBox="1"/>
          <p:nvPr/>
        </p:nvSpPr>
        <p:spPr>
          <a:xfrm>
            <a:off x="7193100" y="288036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Make the product wedge memorable</a:t>
            </a:r>
            <a:endParaRPr lang="en-US" sz="1700" dirty="0"/>
          </a:p>
        </p:txBody>
      </p:sp>
      <p:sp>
        <p:nvSpPr>
          <p:cNvPr id="7" name="element_385848f8f3e4a53650f656b5b3568df2"/>
          <p:cNvSpPr txBox="1"/>
          <p:nvPr/>
        </p:nvSpPr>
        <p:spPr>
          <a:xfrm>
            <a:off x="7193100" y="370332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Show the human-review boundary</a:t>
            </a:r>
            <a:endParaRPr lang="en-US" sz="1700" dirty="0"/>
          </a:p>
        </p:txBody>
      </p:sp>
      <p:sp>
        <p:nvSpPr>
          <p:cNvPr id="8" name="element_b5f8c99412852b45ddf9f4e9f29751ca"/>
          <p:cNvSpPr txBox="1"/>
          <p:nvPr/>
        </p:nvSpPr>
        <p:spPr>
          <a:xfrm>
            <a:off x="7193100" y="452628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State the controlled launch decision clearly</a:t>
            </a:r>
            <a:endParaRPr lang="en-US" sz="1700" dirty="0"/>
          </a:p>
        </p:txBody>
      </p:sp>
      <p:sp>
        <p:nvSpPr>
          <p:cNvPr id="9" name="element_776fe48200eccc2d59170e4371721c9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c89b5cdd437e953b012b04928be0680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d659a189d4898c6b30f58c3ef879e1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8347d17adadd314118613d7e63d16d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fc9e25e87079418e7c77dd3798474b9a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2ad68dd22fb51aee2c4ee4e465599c86"/>
          <p:cNvSpPr txBox="1"/>
          <p:nvPr/>
        </p:nvSpPr>
        <p:spPr>
          <a:xfrm>
            <a:off x="853419" y="2743200"/>
            <a:ext cx="5852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e886c3847c07e67c41fd625ed1fa1385"/>
          <p:cNvSpPr txBox="1"/>
          <p:nvPr/>
        </p:nvSpPr>
        <p:spPr>
          <a:xfrm>
            <a:off x="7193100" y="288036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54cb0fd2e49e2f5998b099c9468ac3e6"/>
          <p:cNvSpPr txBox="1"/>
          <p:nvPr/>
        </p:nvSpPr>
        <p:spPr>
          <a:xfrm>
            <a:off x="7193100" y="370332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e4eda6ccabada6aac90cebf75bb90f1f"/>
          <p:cNvSpPr txBox="1"/>
          <p:nvPr/>
        </p:nvSpPr>
        <p:spPr>
          <a:xfrm>
            <a:off x="7193100" y="452628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82c4c8285b34071937fae6afb4a30ba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0686b1c8703c4b91b509e9a1f3b4e73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06c7bb924e31f7c62719056862b9ab0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ee026c516f6ad9e69e4820e1cdd127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f9e821ba2a93e3724b20faf62d5dd057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cd6cafb35b734b81e01159ce40526893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a8bfcaad5f2e900293d1c5adfb58a154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Make the product wedge memorable</a:t>
            </a:r>
            <a:endParaRPr lang="en-US" sz="1700" dirty="0"/>
          </a:p>
        </p:txBody>
      </p:sp>
      <p:sp>
        <p:nvSpPr>
          <p:cNvPr id="7" name="element_52664dc7a0690c3dea6ff45efe08d4c4"/>
          <p:cNvSpPr txBox="1"/>
          <p:nvPr/>
        </p:nvSpPr>
        <p:spPr>
          <a:xfrm>
            <a:off x="853419" y="507492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Show the human-review boundary</a:t>
            </a:r>
            <a:endParaRPr lang="en-US" sz="1700" dirty="0"/>
          </a:p>
        </p:txBody>
      </p:sp>
      <p:sp>
        <p:nvSpPr>
          <p:cNvPr id="8" name="element_0200c8797ae5fdf95c1fe568ffb79d84"/>
          <p:cNvSpPr txBox="1"/>
          <p:nvPr/>
        </p:nvSpPr>
        <p:spPr>
          <a:xfrm>
            <a:off x="853419" y="589788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State the controlled launch decision clearly</a:t>
            </a:r>
            <a:endParaRPr lang="en-US" sz="1700" dirty="0"/>
          </a:p>
        </p:txBody>
      </p:sp>
      <p:sp>
        <p:nvSpPr>
          <p:cNvPr id="9" name="element_2196c67cd33e27a308c4449f2dfe8d33"/>
          <p:cNvSpPr txBox="1"/>
          <p:nvPr/>
        </p:nvSpPr>
        <p:spPr>
          <a:xfrm>
            <a:off x="6827349" y="2811780"/>
            <a:ext cx="4145176" cy="10287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b1ef53d16f4839f97aaf02d8b866e564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sp>
        <p:nvSpPr>
          <p:cNvPr id="11" name="element_31434d19a57f06d69faecc99f0c303f3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364acbe93b74de1ba3d19c535b96cdd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4dad1ed4a6bed288bcf4acfd31bf14b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d1652ba3804fa230dd31f1016626f5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255f5af254945a6e9bf0d3d8661290ee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30c653b84ff8ca2c43b9f0b64b70bfb1"/>
          <p:cNvSpPr txBox="1"/>
          <p:nvPr/>
        </p:nvSpPr>
        <p:spPr>
          <a:xfrm>
            <a:off x="853419" y="2743200"/>
            <a:ext cx="5852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fa355fb454cf16cf36eb5b7239b8e7b3"/>
          <p:cNvSpPr txBox="1"/>
          <p:nvPr/>
        </p:nvSpPr>
        <p:spPr>
          <a:xfrm>
            <a:off x="7193100" y="288036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b8bd4766e26f953be6d4e889fb672b58"/>
          <p:cNvSpPr txBox="1"/>
          <p:nvPr/>
        </p:nvSpPr>
        <p:spPr>
          <a:xfrm>
            <a:off x="7193100" y="370332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1c500667cfc4b72d2e614faa1604d775"/>
          <p:cNvSpPr txBox="1"/>
          <p:nvPr/>
        </p:nvSpPr>
        <p:spPr>
          <a:xfrm>
            <a:off x="7193100" y="452628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e775e8f1aae53c8b0d7dae11c36b39be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2dfb940ab7bf9215123339abcd9ac8d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b7d5bbe12341a944d02d405369e83cc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44d90229ec914adc829fa2e96b0f93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a4bed8166aabbf18282a0bcfc5ca5a38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Earn confidence for a bounded private-preview launch</a:t>
            </a:r>
            <a:endParaRPr lang="en-US" sz="3800" dirty="0"/>
          </a:p>
        </p:txBody>
      </p:sp>
      <p:sp>
        <p:nvSpPr>
          <p:cNvPr id="5" name="element_b795f1dee0decde9128728d8302bd22b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founders and design-forward operators evaluating the private preview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0becc788d08de34382170cdd02b9a30e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decf98ba411c240028253d618bd88951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ca1ec63ccdbf4c5aedc68a98e8101d5f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2d0a9c4a41c164b0a1747dc1f82e13ce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30c420a43e82964e374c1904cef9234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unces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— Founder launch narrative</dc:title>
  <dc:subject>earn confidence for a bounded private-preview launch</dc:subject>
  <dc:creator>NodeSlide</dc:creator>
  <cp:lastModifiedBy>NodeSlide</cp:lastModifiedBy>
  <cp:revision>1</cp:revision>
  <dcterms:created xsi:type="dcterms:W3CDTF">2026-07-12T03:56:28Z</dcterms:created>
  <dcterms:modified xsi:type="dcterms:W3CDTF">2026-07-12T03:56:28Z</dcterms:modified>
</cp:coreProperties>
</file>