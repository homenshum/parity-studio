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Opening / 01. Keep the spoken transition focused on “Support a rigorous product and market diligence conversation”
Evidence note: Content is based on the supplied creation brief. Illustrative examples are not independently verified; replace them with measured evidence before external publication.
NodeSlide sources
[source_c5bc4000bf87a358c5468237fc9c6968] NodeSlide — Investor strategy brief — creation brief
Citation: Present NodeSlide as infrastructure for editable, source-grounded presentation workflows, separating demonstrated product capability from future market hypotheses.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Context / 02. Keep the spoken transition focused on “The cost of waiting is usually hidden in repeated work.”
Evidence note: Content is based on the supplied creation brief. Illustrative examples are not independently verified; replace them with measured evidence before external publication.
NodeSlide sources
[source_c5bc4000bf87a358c5468237fc9c6968] NodeSlide — Investor strategy brief — creation brief
Citation: Present NodeSlide as infrastructure for editable, source-grounded presentation workflows, separating demonstrated product capability from future market hypotheses.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Insight / 03. Keep the spoken transition focused on “A better outcome starts with a sharper point of view.”
Evidence note: Content is based on the supplied creation brief. Illustrative examples are not independently verified; replace them with measured evidence before external publication.
NodeSlide sources
[source_c5bc4000bf87a358c5468237fc9c6968] NodeSlide — Investor strategy brief — creation brief
Citation: Present NodeSlide as infrastructure for editable, source-grounded presentation workflows, separating demonstrated product capability from future market hypotheses.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Approach / 04. Keep the spoken transition focused on “Turn the idea into a sequence people can understand and own.”
Evidence note: Content is based on the supplied creation brief. Illustrative examples are not independently verified; replace them with measured evidence before external publication.
NodeSlide sources
[source_c5bc4000bf87a358c5468237fc9c6968] NodeSlide — Investor strategy brief — creation brief
Citation: Present NodeSlide as infrastructure for editable, source-grounded presentation workflows, separating demonstrated product capability from future market hypotheses.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Evidence / 05. Keep the spoken transition focused on “Define proof before asking for commitment.”
Evidence note: Content is based on the supplied creation brief. Illustrative examples are not independently verified; replace them with measured evidence before external publication.
NodeSlide sources
[source_c5bc4000bf87a358c5468237fc9c6968] NodeSlide — Investor strategy brief — creation brief
Citation: Present NodeSlide as infrastructure for editable, source-grounded presentation workflows, separating demonstrated product capability from future market hypotheses.
Disclaimer: Internal working material
[source_6cfa009ab9094c02a2f064e1167f1624] Brief success criteria
Citation: Separate proof from hypothesis; Make defensibility inspectable; End with the next diligence milestone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Delivery / 06. Keep the spoken transition focused on “Start narrow, learn quickly, and preserve room to adapt.”
Evidence note: Content is based on the supplied creation brief. Illustrative examples are not independently verified; replace them with measured evidence before external publication.
NodeSlide sources
[source_c5bc4000bf87a358c5468237fc9c6968] NodeSlide — Investor strategy brief — creation brief
Citation: Present NodeSlide as infrastructure for editable, source-grounded presentation workflows, separating demonstrated product capability from future market hypotheses.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Narrative role: Close / 07. Keep the spoken transition focused on “Support a rigorous product and market diligence conversation”
Evidence note: Content is based on the supplied creation brief. Illustrative examples are not independently verified; replace them with measured evidence before external publication.
NodeSlide sources
[source_c5bc4000bf87a358c5468237fc9c6968] NodeSlide — Investor strategy brief — creation brief
Citation: Present NodeSlide as infrastructure for editable, source-grounded presentation workflows, separating demonstrated product capability from future market hypotheses.
Disclaimer: Internal working material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52f251495c577307990409f786af3fe1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287A8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4aaf690e65a895087cf27e9d767a16bf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OPENING / 01</a:t>
            </a:r>
            <a:endParaRPr lang="en-US" sz="1500" dirty="0"/>
          </a:p>
        </p:txBody>
      </p:sp>
      <p:sp>
        <p:nvSpPr>
          <p:cNvPr id="4" name="element_a67595d688fc5e03c3ffcc56e96f0713"/>
          <p:cNvSpPr txBox="1"/>
          <p:nvPr/>
        </p:nvSpPr>
        <p:spPr>
          <a:xfrm>
            <a:off x="853419" y="1028700"/>
            <a:ext cx="9631439" cy="1851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spc="-80" kern="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Support a rigorous product and market diligence conversation</a:t>
            </a:r>
            <a:endParaRPr lang="en-US" sz="4800" dirty="0"/>
          </a:p>
        </p:txBody>
      </p:sp>
      <p:sp>
        <p:nvSpPr>
          <p:cNvPr id="5" name="element_df0c9ddaf6c1d30dd6f5d8c282197fb2"/>
          <p:cNvSpPr txBox="1"/>
          <p:nvPr/>
        </p:nvSpPr>
        <p:spPr>
          <a:xfrm>
            <a:off x="853419" y="3291840"/>
            <a:ext cx="8046519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60727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 focused narrative for seed investors and strategic partners, built from the supplied brief and kept editable from first draft onward.</a:t>
            </a:r>
            <a:endParaRPr lang="en-US" sz="1900" dirty="0"/>
          </a:p>
        </p:txBody>
      </p:sp>
      <p:sp>
        <p:nvSpPr>
          <p:cNvPr id="6" name="element_356795737c3050c020656b1d4cee90e4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Separate proof from hypothesis</a:t>
            </a:r>
            <a:endParaRPr lang="en-US" sz="1600" dirty="0"/>
          </a:p>
        </p:txBody>
      </p:sp>
      <p:sp>
        <p:nvSpPr>
          <p:cNvPr id="7" name="element_5b44f7529c39a15742e711f6bc48f7db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Make defensibility inspectable</a:t>
            </a:r>
            <a:endParaRPr lang="en-US" sz="1600" dirty="0"/>
          </a:p>
        </p:txBody>
      </p:sp>
      <p:sp>
        <p:nvSpPr>
          <p:cNvPr id="8" name="element_cdf6978777ad554ccdf2ed376f65d56d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End with the next diligence milestone</a:t>
            </a:r>
            <a:endParaRPr lang="en-US" sz="1600" dirty="0"/>
          </a:p>
        </p:txBody>
      </p:sp>
      <p:sp>
        <p:nvSpPr>
          <p:cNvPr id="9" name="element_485ddcb0b5070175d4233d24e496b194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60727B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ab8829558b75029ac954fffece3c0482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c240b823859c8b7aa5ca2d0526363966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287A8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138a5c2024b41a3bff3a11da099c0b27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CONTEXT / 02</a:t>
            </a:r>
            <a:endParaRPr lang="en-US" sz="1500" dirty="0"/>
          </a:p>
        </p:txBody>
      </p:sp>
      <p:sp>
        <p:nvSpPr>
          <p:cNvPr id="4" name="element_4ddab29364528945763e27f673552404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The cost of waiting is usually hidden in repeated work.</a:t>
            </a:r>
            <a:endParaRPr lang="en-US" sz="3800" dirty="0"/>
          </a:p>
        </p:txBody>
      </p:sp>
      <p:sp>
        <p:nvSpPr>
          <p:cNvPr id="5" name="element_90792be17fe7239919c987114f11d373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60727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Frame the current reality for seed investors and strategic partners: what is fragmented today, why it matters now, and where momentum is being lost.</a:t>
            </a:r>
            <a:endParaRPr lang="en-US" sz="1900" dirty="0"/>
          </a:p>
        </p:txBody>
      </p:sp>
      <p:sp>
        <p:nvSpPr>
          <p:cNvPr id="6" name="element_515cb99ca41d9e8adf3df7770e69d8b2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Name the friction</a:t>
            </a:r>
            <a:endParaRPr lang="en-US" sz="1700" dirty="0"/>
          </a:p>
        </p:txBody>
      </p:sp>
      <p:sp>
        <p:nvSpPr>
          <p:cNvPr id="7" name="element_3c0c8d11d2e32d3b9c52cdca5b26bc88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Expose the consequence</a:t>
            </a:r>
            <a:endParaRPr lang="en-US" sz="1700" dirty="0"/>
          </a:p>
        </p:txBody>
      </p:sp>
      <p:sp>
        <p:nvSpPr>
          <p:cNvPr id="8" name="element_60a697322e2d3cf653399556fdd01b82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Create urgency without hype</a:t>
            </a:r>
            <a:endParaRPr lang="en-US" sz="1700" dirty="0"/>
          </a:p>
        </p:txBody>
      </p:sp>
      <p:sp>
        <p:nvSpPr>
          <p:cNvPr id="9" name="element_8a64ea99d562b7f9e18fe56891fa90a2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60727B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208d87bc33383f29b77e62e81e8e4744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02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1a7c561504f4c511e2f554a29b8ff472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287A8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b8f7e828dbdd987cb2ba5bb6c0951e66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INSIGHT / 03</a:t>
            </a:r>
            <a:endParaRPr lang="en-US" sz="1500" dirty="0"/>
          </a:p>
        </p:txBody>
      </p:sp>
      <p:sp>
        <p:nvSpPr>
          <p:cNvPr id="4" name="element_6ed486e17607dbcb08f58a31ae0b8da2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 better outcome starts with a sharper point of view.</a:t>
            </a:r>
            <a:endParaRPr lang="en-US" sz="3800" dirty="0"/>
          </a:p>
        </p:txBody>
      </p:sp>
      <p:sp>
        <p:nvSpPr>
          <p:cNvPr id="5" name="element_97afa55f3d38776c7fdda3526583b10d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60727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Present NodeSlide as infrastructure for editable, source-grounded presentation workflows, separating demonstrated product capability from future market hypotheses.</a:t>
            </a:r>
            <a:endParaRPr lang="en-US" sz="1900" dirty="0"/>
          </a:p>
        </p:txBody>
      </p:sp>
      <p:sp>
        <p:nvSpPr>
          <p:cNvPr id="6" name="element_71a15145e848ab5a6d7a267af2d9fe7a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Separate proof from hypothesis</a:t>
            </a:r>
            <a:endParaRPr lang="en-US" sz="1700" dirty="0"/>
          </a:p>
        </p:txBody>
      </p:sp>
      <p:sp>
        <p:nvSpPr>
          <p:cNvPr id="7" name="element_066a975be38666cbfec962bb25dc85c4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Make defensibility inspectable</a:t>
            </a:r>
            <a:endParaRPr lang="en-US" sz="1700" dirty="0"/>
          </a:p>
        </p:txBody>
      </p:sp>
      <p:sp>
        <p:nvSpPr>
          <p:cNvPr id="8" name="element_ea6a77a10a73918ce8ae59c4f917ab58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End with the next diligence milestone</a:t>
            </a:r>
            <a:endParaRPr lang="en-US" sz="1700" dirty="0"/>
          </a:p>
        </p:txBody>
      </p:sp>
      <p:sp>
        <p:nvSpPr>
          <p:cNvPr id="9" name="element_f34ba276a35d094086edc5fe824d3a45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60727B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7dc09663e7f2aaa29289f6cb1106901a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03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f01493a831be38d3eeb361361676ae05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287A8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12b57a14b465ff12dff06ef0ca1d3aa8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APPROACH / 04</a:t>
            </a:r>
            <a:endParaRPr lang="en-US" sz="1500" dirty="0"/>
          </a:p>
        </p:txBody>
      </p:sp>
      <p:sp>
        <p:nvSpPr>
          <p:cNvPr id="4" name="element_74f9e87f2a72dc1f34303be3cf87fc45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Turn the idea into a sequence people can understand and own.</a:t>
            </a:r>
            <a:endParaRPr lang="en-US" sz="3800" dirty="0"/>
          </a:p>
        </p:txBody>
      </p:sp>
      <p:sp>
        <p:nvSpPr>
          <p:cNvPr id="5" name="element_bc16dddcef6aa7cd08cd84d31cf32d73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60727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Connect intent, action, and feedback in one visible operating path so the audience can see both the destination and the mechanics.</a:t>
            </a:r>
            <a:endParaRPr lang="en-US" sz="1900" dirty="0"/>
          </a:p>
        </p:txBody>
      </p:sp>
      <p:sp>
        <p:nvSpPr>
          <p:cNvPr id="6" name="element_30692092aee2ea0ff0f7704f2a7c7682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Align on intent</a:t>
            </a:r>
            <a:endParaRPr lang="en-US" sz="1700" dirty="0"/>
          </a:p>
        </p:txBody>
      </p:sp>
      <p:sp>
        <p:nvSpPr>
          <p:cNvPr id="7" name="element_0c02aea3ee86eec99c91cc3a3af195d6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Execute the critical moves</a:t>
            </a:r>
            <a:endParaRPr lang="en-US" sz="1700" dirty="0"/>
          </a:p>
        </p:txBody>
      </p:sp>
      <p:sp>
        <p:nvSpPr>
          <p:cNvPr id="8" name="element_5403317c9c017672cfcf443561962bd0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Review measurable outcomes</a:t>
            </a:r>
            <a:endParaRPr lang="en-US" sz="1700" dirty="0"/>
          </a:p>
        </p:txBody>
      </p:sp>
      <p:sp>
        <p:nvSpPr>
          <p:cNvPr id="9" name="element_2cfe0e7162f9c3c257c5c924db87de37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60727B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03cc8a11ab73f88763e2767cdf1f2c1b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73aad9f4516aa0e48e378d589b1f8667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287A8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61de3ba86c55f5c771bd1f68b963c80b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EVIDENCE / 05</a:t>
            </a:r>
            <a:endParaRPr lang="en-US" sz="1500" dirty="0"/>
          </a:p>
        </p:txBody>
      </p:sp>
      <p:sp>
        <p:nvSpPr>
          <p:cNvPr id="4" name="element_9ea2be930b311e9af1dc9e14c211ed84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Define proof before asking for commitment.</a:t>
            </a:r>
            <a:endParaRPr lang="en-US" sz="3800" dirty="0"/>
          </a:p>
        </p:txBody>
      </p:sp>
      <p:sp>
        <p:nvSpPr>
          <p:cNvPr id="5" name="element_95a7bae94f2517ccd01cd6f8f9ff8721"/>
          <p:cNvSpPr txBox="1"/>
          <p:nvPr/>
        </p:nvSpPr>
        <p:spPr>
          <a:xfrm>
            <a:off x="853419" y="2743200"/>
            <a:ext cx="4754761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60727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Use the brief’s success criteria as explicit evaluation signals, with assumptions clearly separated from measured evidence.</a:t>
            </a:r>
            <a:endParaRPr lang="en-US" sz="1900" dirty="0"/>
          </a:p>
        </p:txBody>
      </p:sp>
      <p:sp>
        <p:nvSpPr>
          <p:cNvPr id="6" name="element_959ebdfa94ad3d90b685b5c29eb764d5"/>
          <p:cNvSpPr txBox="1"/>
          <p:nvPr/>
        </p:nvSpPr>
        <p:spPr>
          <a:xfrm>
            <a:off x="853419" y="425196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Separate proof from hypothesis</a:t>
            </a:r>
            <a:endParaRPr lang="en-US" sz="1700" dirty="0"/>
          </a:p>
        </p:txBody>
      </p:sp>
      <p:sp>
        <p:nvSpPr>
          <p:cNvPr id="7" name="element_11e5def88b714d459f30f47cc542bd2e"/>
          <p:cNvSpPr txBox="1"/>
          <p:nvPr/>
        </p:nvSpPr>
        <p:spPr>
          <a:xfrm>
            <a:off x="853419" y="507492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Make defensibility inspectable</a:t>
            </a:r>
            <a:endParaRPr lang="en-US" sz="1700" dirty="0"/>
          </a:p>
        </p:txBody>
      </p:sp>
      <p:sp>
        <p:nvSpPr>
          <p:cNvPr id="8" name="element_5226463ab1b5e220fd4e577f5ef14099"/>
          <p:cNvSpPr txBox="1"/>
          <p:nvPr/>
        </p:nvSpPr>
        <p:spPr>
          <a:xfrm>
            <a:off x="853419" y="5897880"/>
            <a:ext cx="4754761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End with the next diligence milestone</a:t>
            </a:r>
            <a:endParaRPr lang="en-US" sz="1700" dirty="0"/>
          </a:p>
        </p:txBody>
      </p:sp>
      <p:sp>
        <p:nvSpPr>
          <p:cNvPr id="9" name="element_39182504f4ca44b3cdfeeede1badf472"/>
          <p:cNvSpPr txBox="1"/>
          <p:nvPr/>
        </p:nvSpPr>
        <p:spPr>
          <a:xfrm>
            <a:off x="6827349" y="2811780"/>
            <a:ext cx="4145176" cy="1028700"/>
          </a:xfrm>
          <a:prstGeom prst="rect">
            <a:avLst/>
          </a:prstGeom>
          <a:noFill/>
          <a:ln/>
        </p:spPr>
        <p:txBody>
          <a:bodyPr wrap="square" lIns="254000" tIns="254000" rIns="254000" bIns="2540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15554E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3 signals</a:t>
            </a:r>
            <a:endParaRPr lang="en-US" sz="4300" dirty="0"/>
          </a:p>
        </p:txBody>
      </p:sp>
      <p:sp>
        <p:nvSpPr>
          <p:cNvPr id="10" name="element_b6daf37c0efdf1d4028a17d673e85eac"/>
          <p:cNvSpPr txBox="1"/>
          <p:nvPr/>
        </p:nvSpPr>
        <p:spPr>
          <a:xfrm>
            <a:off x="7193100" y="3977640"/>
            <a:ext cx="353559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60727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agreed measures of a successful outcome</a:t>
            </a:r>
            <a:endParaRPr lang="en-US" sz="1500" dirty="0"/>
          </a:p>
        </p:txBody>
      </p:sp>
      <p:sp>
        <p:nvSpPr>
          <p:cNvPr id="11" name="element_f9106ba7f85edd10f66771ceed98e140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60727B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2" name="element_021493efe6cc394a75e2af4766088364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05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908883a1e798c20a07c5c04a34cdd9a4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287A8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db71f7e957baa360c9f149f5d348fb5d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DELIVERY / 06</a:t>
            </a:r>
            <a:endParaRPr lang="en-US" sz="1500" dirty="0"/>
          </a:p>
        </p:txBody>
      </p:sp>
      <p:sp>
        <p:nvSpPr>
          <p:cNvPr id="4" name="element_6f4f9b40e590d440377d77b52a9a57a2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Start narrow, learn quickly, and preserve room to adapt.</a:t>
            </a:r>
            <a:endParaRPr lang="en-US" sz="3800" dirty="0"/>
          </a:p>
        </p:txBody>
      </p:sp>
      <p:sp>
        <p:nvSpPr>
          <p:cNvPr id="5" name="element_9a39b66d90e0cefba9d1575699962bc6"/>
          <p:cNvSpPr txBox="1"/>
          <p:nvPr/>
        </p:nvSpPr>
        <p:spPr>
          <a:xfrm>
            <a:off x="853419" y="2743200"/>
            <a:ext cx="585201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60727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Sequence the work into a focused launch, an evidence review, and a deliberate scale decision with named ownership at every step.</a:t>
            </a:r>
            <a:endParaRPr lang="en-US" sz="1900" dirty="0"/>
          </a:p>
        </p:txBody>
      </p:sp>
      <p:sp>
        <p:nvSpPr>
          <p:cNvPr id="6" name="element_28ce110060b8bda933148b2b50052b3b"/>
          <p:cNvSpPr txBox="1"/>
          <p:nvPr/>
        </p:nvSpPr>
        <p:spPr>
          <a:xfrm>
            <a:off x="7193100" y="288036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01  Launch the smallest credible move</a:t>
            </a:r>
            <a:endParaRPr lang="en-US" sz="1700" dirty="0"/>
          </a:p>
        </p:txBody>
      </p:sp>
      <p:sp>
        <p:nvSpPr>
          <p:cNvPr id="7" name="element_ec5b445c925314a2eb75e1150f9eaf2e"/>
          <p:cNvSpPr txBox="1"/>
          <p:nvPr/>
        </p:nvSpPr>
        <p:spPr>
          <a:xfrm>
            <a:off x="7193100" y="370332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02  Review evidence with stakeholders</a:t>
            </a:r>
            <a:endParaRPr lang="en-US" sz="1700" dirty="0"/>
          </a:p>
        </p:txBody>
      </p:sp>
      <p:sp>
        <p:nvSpPr>
          <p:cNvPr id="8" name="element_8ce68915866371087238adc55d21ec03"/>
          <p:cNvSpPr txBox="1"/>
          <p:nvPr/>
        </p:nvSpPr>
        <p:spPr>
          <a:xfrm>
            <a:off x="7193100" y="4526280"/>
            <a:ext cx="4023259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03  Scale what earns confidence</a:t>
            </a:r>
            <a:endParaRPr lang="en-US" sz="1700" dirty="0"/>
          </a:p>
        </p:txBody>
      </p:sp>
      <p:sp>
        <p:nvSpPr>
          <p:cNvPr id="9" name="element_bf0a5dc02b7f4ee03e54b3a585b9cd19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60727B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93301e469c5f77b0b35f7dcf9fea52b7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06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ement_0e2768539b66993ed64146f6dbf26a68"/>
          <p:cNvSpPr/>
          <p:nvPr/>
        </p:nvSpPr>
        <p:spPr>
          <a:xfrm>
            <a:off x="426709" y="445770"/>
            <a:ext cx="121917" cy="5692140"/>
          </a:xfrm>
          <a:prstGeom prst="roundRect">
            <a:avLst/>
          </a:prstGeom>
          <a:solidFill>
            <a:srgbClr val="287A8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element_144690626e8689ee6512a984111efde3"/>
          <p:cNvSpPr txBox="1"/>
          <p:nvPr/>
        </p:nvSpPr>
        <p:spPr>
          <a:xfrm>
            <a:off x="853419" y="445770"/>
            <a:ext cx="585201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b="1" spc="130" kern="0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CLOSE / 07</a:t>
            </a:r>
            <a:endParaRPr lang="en-US" sz="1500" dirty="0"/>
          </a:p>
        </p:txBody>
      </p:sp>
      <p:sp>
        <p:nvSpPr>
          <p:cNvPr id="4" name="element_0dda8ceb08b5c64f93988f15d6db8627"/>
          <p:cNvSpPr txBox="1"/>
          <p:nvPr/>
        </p:nvSpPr>
        <p:spPr>
          <a:xfrm>
            <a:off x="853419" y="1028700"/>
            <a:ext cx="9265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800" b="1" spc="-80" kern="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Support a rigorous product and market diligence conversation</a:t>
            </a:r>
            <a:endParaRPr lang="en-US" sz="3800" dirty="0"/>
          </a:p>
        </p:txBody>
      </p:sp>
      <p:sp>
        <p:nvSpPr>
          <p:cNvPr id="5" name="element_81648896af6564c4b009d6e1dc45456e"/>
          <p:cNvSpPr txBox="1"/>
          <p:nvPr/>
        </p:nvSpPr>
        <p:spPr>
          <a:xfrm>
            <a:off x="853419" y="2743200"/>
            <a:ext cx="80465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900" dirty="0">
                <a:solidFill>
                  <a:srgbClr val="60727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Invite seed investors and strategic partners to align on the outcome, the first action, and the evidence that will guide the next decision.</a:t>
            </a:r>
            <a:endParaRPr lang="en-US" sz="1900" dirty="0"/>
          </a:p>
        </p:txBody>
      </p:sp>
      <p:sp>
        <p:nvSpPr>
          <p:cNvPr id="6" name="element_7ded3b7e099df23e8a3ff65d7b6a606d"/>
          <p:cNvSpPr txBox="1"/>
          <p:nvPr/>
        </p:nvSpPr>
        <p:spPr>
          <a:xfrm>
            <a:off x="853419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Agree the outcome</a:t>
            </a:r>
            <a:endParaRPr lang="en-US" sz="1600" dirty="0"/>
          </a:p>
        </p:txBody>
      </p:sp>
      <p:sp>
        <p:nvSpPr>
          <p:cNvPr id="7" name="element_badf86da02c05aa05728f0ca9651c6f5"/>
          <p:cNvSpPr txBox="1"/>
          <p:nvPr/>
        </p:nvSpPr>
        <p:spPr>
          <a:xfrm>
            <a:off x="4267093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Name the owner</a:t>
            </a:r>
            <a:endParaRPr lang="en-US" sz="1600" dirty="0"/>
          </a:p>
        </p:txBody>
      </p:sp>
      <p:sp>
        <p:nvSpPr>
          <p:cNvPr id="8" name="element_1119885b86e43d4a6666743bac5ec32f"/>
          <p:cNvSpPr txBox="1"/>
          <p:nvPr/>
        </p:nvSpPr>
        <p:spPr>
          <a:xfrm>
            <a:off x="7680768" y="4937760"/>
            <a:ext cx="30479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7242B"/>
                </a:solidFill>
                <a:latin typeface="Geist Variable" pitchFamily="34" charset="0"/>
                <a:ea typeface="Geist Variable" pitchFamily="34" charset="-122"/>
                <a:cs typeface="Geist Variable" pitchFamily="34" charset="-120"/>
              </a:rPr>
              <a:t>•  Set the next checkpoint</a:t>
            </a:r>
            <a:endParaRPr lang="en-US" sz="1600" dirty="0"/>
          </a:p>
        </p:txBody>
      </p:sp>
      <p:sp>
        <p:nvSpPr>
          <p:cNvPr id="9" name="element_b01c2d2dc26b66cf65cda4bd73525e02"/>
          <p:cNvSpPr txBox="1"/>
          <p:nvPr/>
        </p:nvSpPr>
        <p:spPr>
          <a:xfrm>
            <a:off x="853419" y="6377940"/>
            <a:ext cx="8778021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spc="110" kern="0" dirty="0">
                <a:solidFill>
                  <a:srgbClr val="60727B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NODESLIDE  ·  SOURCE-AWARE  ·  EDITABLE</a:t>
            </a:r>
            <a:endParaRPr lang="en-US" sz="1000" dirty="0"/>
          </a:p>
        </p:txBody>
      </p:sp>
      <p:sp>
        <p:nvSpPr>
          <p:cNvPr id="10" name="element_9058c36d872d0ece8a6517dbd38dd4aa"/>
          <p:cNvSpPr txBox="1"/>
          <p:nvPr/>
        </p:nvSpPr>
        <p:spPr>
          <a:xfrm>
            <a:off x="10728692" y="6309360"/>
            <a:ext cx="7315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87A8D"/>
                </a:solidFill>
                <a:latin typeface="JetBrains Mono Variable" pitchFamily="34" charset="0"/>
                <a:ea typeface="JetBrains Mono Variable" pitchFamily="34" charset="-122"/>
                <a:cs typeface="JetBrains Mono Variable" pitchFamily="34" charset="-120"/>
              </a:rPr>
              <a:t>07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 Variab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 Variabl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Parity Studio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NodeSlide — Investor strategy brief</dc:title>
  <dc:subject>support a rigorous product and market diligence conversation</dc:subject>
  <dc:creator>NodeSlide</dc:creator>
  <cp:lastModifiedBy>NodeSlide</cp:lastModifiedBy>
  <cp:revision>1</cp:revision>
  <dcterms:created xsi:type="dcterms:W3CDTF">2026-07-12T21:57:51Z</dcterms:created>
  <dcterms:modified xsi:type="dcterms:W3CDTF">2026-07-12T21:57:51Z</dcterms:modified>
</cp:coreProperties>
</file>